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63" r:id="rId2"/>
    <p:sldId id="256" r:id="rId3"/>
    <p:sldId id="257" r:id="rId4"/>
    <p:sldId id="264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ar-EG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65" autoAdjust="0"/>
    <p:restoredTop sz="95179" autoAdjust="0"/>
  </p:normalViewPr>
  <p:slideViewPr>
    <p:cSldViewPr snapToGrid="0">
      <p:cViewPr varScale="1">
        <p:scale>
          <a:sx n="70" d="100"/>
          <a:sy n="70" d="100"/>
        </p:scale>
        <p:origin x="8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B636579-11E7-4FBD-85AA-C5D6794CE9BD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52A34D3-CD56-4DFF-B319-EF45AC84D4BD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84832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2A34D3-CD56-4DFF-B319-EF45AC84D4BD}" type="slidenum">
              <a:rPr lang="ar-EG" smtClean="0"/>
              <a:t>2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579939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2A34D3-CD56-4DFF-B319-EF45AC84D4BD}" type="slidenum">
              <a:rPr lang="ar-EG" smtClean="0"/>
              <a:t>4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1671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4310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24201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2412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956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29957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0628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8769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58123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61833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48151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98567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ar-E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E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37638-6AC1-4BDF-9B26-0AFECEF4A1F1}" type="datetimeFigureOut">
              <a:rPr lang="ar-EG" smtClean="0"/>
              <a:t>30/05/1443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63FFD-768D-4DB7-AB41-334337C8F79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4419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^^</a:t>
            </a:r>
            <a:r>
              <a:rPr lang="en-US" dirty="0" smtClean="0">
                <a:solidFill>
                  <a:schemeClr val="accent4"/>
                </a:solidFill>
              </a:rPr>
              <a:t>Life become easy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^^                   </a:t>
            </a:r>
            <a:endParaRPr lang="ar-EG" dirty="0">
              <a:solidFill>
                <a:schemeClr val="accent4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433014"/>
            <a:ext cx="10625918" cy="525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2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8123" y="1214438"/>
            <a:ext cx="9144000" cy="2387600"/>
          </a:xfrm>
        </p:spPr>
        <p:txBody>
          <a:bodyPr/>
          <a:lstStyle/>
          <a:p>
            <a:endParaRPr lang="ar-E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246" y="1"/>
            <a:ext cx="5767753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59186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424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166338" cy="6858000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338" y="1937085"/>
            <a:ext cx="6025662" cy="492091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337" y="0"/>
            <a:ext cx="6025661" cy="193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7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971" y="0"/>
            <a:ext cx="5914029" cy="68580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829" y="0"/>
            <a:ext cx="6400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3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244389" cy="709711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830" y="0"/>
            <a:ext cx="6837717" cy="32198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915" y="3219900"/>
            <a:ext cx="6717632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708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477" y="-95534"/>
            <a:ext cx="6728347" cy="6953534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448" y="-95534"/>
            <a:ext cx="5777552" cy="695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29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6737685" cy="694222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683" y="-1"/>
            <a:ext cx="6304549" cy="6942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7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264"/>
            <a:ext cx="7882358" cy="6813736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359" y="0"/>
            <a:ext cx="4309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6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254" y="0"/>
            <a:ext cx="9198591" cy="6605516"/>
          </a:xfrm>
        </p:spPr>
      </p:pic>
    </p:spTree>
    <p:extLst>
      <p:ext uri="{BB962C8B-B14F-4D97-AF65-F5344CB8AC3E}">
        <p14:creationId xmlns:p14="http://schemas.microsoft.com/office/powerpoint/2010/main" val="1767350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</Words>
  <Application>Microsoft Office PowerPoint</Application>
  <PresentationFormat>Widescreen</PresentationFormat>
  <Paragraphs>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^^Life become easy ^^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Electronica Care</dc:creator>
  <cp:lastModifiedBy>Electronica Care</cp:lastModifiedBy>
  <cp:revision>12</cp:revision>
  <dcterms:created xsi:type="dcterms:W3CDTF">2022-01-02T17:21:08Z</dcterms:created>
  <dcterms:modified xsi:type="dcterms:W3CDTF">2022-01-02T23:49:15Z</dcterms:modified>
</cp:coreProperties>
</file>